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3130" y="1392882"/>
            <a:ext cx="405773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484"/>
              </a:spcBef>
              <a:spcAft>
                <a:spcPts val="2000"/>
              </a:spcAft>
              <a:buNone/>
            </a:pPr>
            <a:r>
              <a:rPr lang="en-US" sz="5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世界美食之旅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302050" y="2824609"/>
            <a:ext cx="2539901" cy="7620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51631" y="3459510"/>
            <a:ext cx="40407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探索各国风味 · 品味文化魅力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228600" y="2252663"/>
            <a:ext cx="18653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日本料理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667000" y="1103263"/>
            <a:ext cx="6096000" cy="0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7000" y="381000"/>
            <a:ext cx="6217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🍣 日本料理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667000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57500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寿司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0" y="1987302"/>
            <a:ext cx="1511367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醋饭配上新鲜海鲜，精致与美味的完美结合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83634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74134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74134" y="1987302"/>
            <a:ext cx="151136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浓郁汤底搭配Q弹面条，温暖人心的经典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0267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90767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天妇罗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90767" y="1987302"/>
            <a:ext cx="151136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酥脆外衣包裹鲜嫩食材，日式油炸艺术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27099" y="2286000"/>
            <a:ext cx="2072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意大利美食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67000" y="1103263"/>
            <a:ext cx="6096000" cy="0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7000" y="381000"/>
            <a:ext cx="6217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🍝 意大利美食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667000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57500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披萨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0" y="1987302"/>
            <a:ext cx="1511367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薄底饼坯搭配番茄酱和Mozzarella，经典的意式风味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83634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74134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74134" y="1987302"/>
            <a:ext cx="151136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多样形状搭配浓郁酱汁，每一口都是享受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0267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90767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冰淇淋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90767" y="1987302"/>
            <a:ext cx="1511367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绵密顺滑的手工 Gelato，炎夏最甜蜜的清凉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330324" y="2285926"/>
            <a:ext cx="165785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中国美食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67000" y="1103263"/>
            <a:ext cx="6096000" cy="0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7000" y="381000"/>
            <a:ext cx="6217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🥢 中国美食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667000" y="1380976"/>
            <a:ext cx="1862733" cy="1223367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57500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0" y="1987302"/>
            <a:ext cx="151136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沸腾汤底边煮边吃，围桌共享的欢乐时光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83634" y="1380976"/>
            <a:ext cx="1862733" cy="1223367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74134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烤鸭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74134" y="1987302"/>
            <a:ext cx="151136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皮脆肉嫩，配以葱丝黄瓜与甜面酱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0267" y="1380976"/>
            <a:ext cx="1862733" cy="1223367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90767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90767" y="1987302"/>
            <a:ext cx="151136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中秋佳节的传统点心，寓意团圆美满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330324" y="2285926"/>
            <a:ext cx="165785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法国美食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67000" y="1103263"/>
            <a:ext cx="6096000" cy="0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7000" y="381000"/>
            <a:ext cx="6217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🥐 法国美食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667000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57500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0" y="1987302"/>
            <a:ext cx="1511367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外皮酥脆内里柔软的经典面包，法式生活的象征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83634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74134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鹅肝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74134" y="1987302"/>
            <a:ext cx="151136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奢华的法国料理，入口即化的细腻口感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0267" y="1380976"/>
            <a:ext cx="1862733" cy="1436638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4041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90767" y="1571476"/>
            <a:ext cx="15113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马卡龙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90767" y="1987302"/>
            <a:ext cx="1511367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精致甜蜜的法式甜点，色彩斑斓的味觉享受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3198614"/>
            <a:ext cx="62179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 · 美食无国界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世界美食之旅</dc:title>
  <dc:subject>PptxGenJS Presentation</dc:subject>
  <dc:creator>AI Assistant</dc:creator>
  <cp:lastModifiedBy>AI Assistant</cp:lastModifiedBy>
  <cp:revision>1</cp:revision>
  <dcterms:created xsi:type="dcterms:W3CDTF">2026-02-15T06:17:18Z</dcterms:created>
  <dcterms:modified xsi:type="dcterms:W3CDTF">2026-02-15T06:17:18Z</dcterms:modified>
</cp:coreProperties>
</file>