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2024美国大选概览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C8C8C8"/>
                </a:solidFill>
              </a:defRPr>
            </a:pPr>
            <a:r>
              <a:t>候选人、关键议题与选举时间线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003366"/>
                </a:solidFill>
              </a:defRPr>
            </a:pPr>
            <a:r>
              <a:t>2024美国大选关键信息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defRPr sz="2400" b="1">
                <a:solidFill>
                  <a:srgbClr val="003366"/>
                </a:solidFill>
              </a:defRPr>
            </a:pPr>
            <a:r>
              <a:t>主要候选人</a:t>
            </a:r>
          </a:p>
          <a:p>
            <a:pPr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t>• 民主党：卡玛拉·哈里斯 (Kamala Harris)</a:t>
            </a:r>
            <a:br/>
            <a:r>
              <a:t>• 共和党：唐纳德·特朗普 (Donald Trump)</a:t>
            </a:r>
          </a:p>
          <a:p>
            <a:pPr>
              <a:spcBef>
                <a:spcPts val="1800"/>
              </a:spcBef>
              <a:defRPr sz="2400" b="1">
                <a:solidFill>
                  <a:srgbClr val="003366"/>
                </a:solidFill>
              </a:defRPr>
            </a:pPr>
            <a:r>
              <a:t>选举日期</a:t>
            </a:r>
          </a:p>
          <a:p>
            <a:pPr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t>• 2024年11月5日 (星期二)</a:t>
            </a:r>
            <a:br/>
            <a:r>
              <a:t>• 选举人团投票：2024年12月)</a:t>
            </a:r>
          </a:p>
          <a:p>
            <a:pPr>
              <a:spcBef>
                <a:spcPts val="1800"/>
              </a:spcBef>
              <a:defRPr sz="2400" b="1">
                <a:solidFill>
                  <a:srgbClr val="003366"/>
                </a:solidFill>
              </a:defRPr>
            </a:pPr>
            <a:r>
              <a:t>关键摇摆州</a:t>
            </a:r>
          </a:p>
          <a:p>
            <a:pPr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t>• 宾夕法尼亚州、密歇根州、威斯康星州</a:t>
            </a:r>
            <a:br/>
            <a:r>
              <a:t>• 亚利桑那州、乔治亚州、内华达州</a:t>
            </a:r>
          </a:p>
          <a:p>
            <a:pPr>
              <a:spcBef>
                <a:spcPts val="1800"/>
              </a:spcBef>
              <a:defRPr sz="2400" b="1">
                <a:solidFill>
                  <a:srgbClr val="003366"/>
                </a:solidFill>
              </a:defRPr>
            </a:pPr>
            <a:r>
              <a:t>核心议题</a:t>
            </a:r>
          </a:p>
          <a:p>
            <a:pPr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t>• 经济与通胀、移民政策、医疗保健</a:t>
            </a:r>
            <a:br/>
            <a:r>
              <a:t>• 气候变化、外交政策、人工智能监管)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