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美国大选概览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B7B8"/>
                </a:solidFill>
              </a:rPr>
              <a:t>2024年总统选举与政治格局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0" y="3657600"/>
            <a:ext cx="5486400" cy="45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41148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6F6"/>
                </a:solidFill>
              </a:rPr>
              <a:t>初选阶段: 2024年1月-6月</a:t>
            </a:r>
            <a:pPr algn="ctr" indent="0" marL="0">
              <a:buNone/>
            </a:pPr>
            <a:r>
              <a:rPr lang="en-US" sz="1600" dirty="0">
                <a:solidFill>
                  <a:srgbClr val="F4F6F6"/>
                </a:solidFill>
              </a:rPr>
              <a:t>全国代表大会: 2024年7月-8月</a:t>
            </a:r>
            <a:pPr algn="ctr" indent="0" marL="0">
              <a:buNone/>
            </a:pPr>
            <a:r>
              <a:rPr lang="en-US" sz="1600" dirty="0">
                <a:solidFill>
                  <a:srgbClr val="F4F6F6"/>
                </a:solidFill>
              </a:rPr>
              <a:t>竞选活动: 2024年9月-11月</a:t>
            </a:r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</a:rPr>
              <a:t>选举日: 2024年11月5日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选举制度与主要政党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</a:rPr>
              <a:t>选举人团制度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• 538张选举人票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• 获得270票即可获胜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• 50州+华盛顿特区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• 赢者通吃规则(多数州)</a:t>
            </a:r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• 关键摇摆州决定结果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554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</a:rPr>
              <a:t>民主党 &amp; 共和党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</a:rPr>
              <a:t>民主党 (蓝)</a:t>
            </a:r>
            <a:pPr indent="0" marL="0">
              <a:buNone/>
            </a:pPr>
            <a:r>
              <a:rPr lang="en-US" sz="1300" dirty="0">
                <a:solidFill>
                  <a:srgbClr val="2E4053"/>
                </a:solidFill>
              </a:rPr>
              <a:t>• 进步派政策立场</a:t>
            </a:r>
            <a:pPr indent="0" marL="0">
              <a:buNone/>
            </a:pPr>
            <a:r>
              <a:rPr lang="en-US" sz="1300" dirty="0">
                <a:solidFill>
                  <a:srgbClr val="2E4053"/>
                </a:solidFill>
              </a:rPr>
              <a:t>• 强调社会福利与环境</a:t>
            </a:r>
            <a:pPr indent="0" marL="0">
              <a:buNone/>
            </a:pPr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共和党 (红)</a:t>
            </a:r>
            <a:pPr indent="0" marL="0">
              <a:buNone/>
            </a:pPr>
            <a:r>
              <a:rPr lang="en-US" sz="1300" dirty="0">
                <a:solidFill>
                  <a:srgbClr val="2E4053"/>
                </a:solidFill>
              </a:rPr>
              <a:t>• 保守派政策立场</a:t>
            </a:r>
            <a:pPr indent="0" marL="0">
              <a:buNone/>
            </a:pPr>
            <a:r>
              <a:rPr lang="en-US" sz="1300" dirty="0">
                <a:solidFill>
                  <a:srgbClr val="2E4053"/>
                </a:solidFill>
              </a:rPr>
              <a:t>• 强调经济增长与安全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FE1C7"/>
          </a:solidFill>
          <a:ln w="12700">
            <a:solidFill>
              <a:srgbClr val="E3B4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1D2E"/>
                </a:solidFill>
              </a:rPr>
              <a:t>关键摇摆州: 宾夕法尼亚、威斯康星、密歇根、亚利桑那、乔治亚、内华达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美国大选概览</dc:title>
  <dc:subject>PptxGenJS Presentation</dc:subject>
  <dc:creator>pi-mono</dc:creator>
  <cp:lastModifiedBy>pi-mono</cp:lastModifiedBy>
  <cp:revision>1</cp:revision>
  <dcterms:created xsi:type="dcterms:W3CDTF">2026-02-14T09:26:15Z</dcterms:created>
  <dcterms:modified xsi:type="dcterms:W3CDTF">2026-02-14T09:26:15Z</dcterms:modified>
</cp:coreProperties>
</file>