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2024美国大选概览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U.S. Presidential Election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377440" y="3474720"/>
            <a:ext cx="301752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3749040"/>
            <a:ext cx="274320" cy="228600"/>
          </a:xfrm>
          <a:prstGeom prst="star5">
            <a:avLst/>
          </a:prstGeom>
          <a:solidFill>
            <a:srgbClr val="3C3B6E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3749040"/>
            <a:ext cx="274320" cy="228600"/>
          </a:xfrm>
          <a:prstGeom prst="star5">
            <a:avLst/>
          </a:prstGeom>
          <a:solidFill>
            <a:srgbClr val="3C3B6E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3749040"/>
            <a:ext cx="274320" cy="228600"/>
          </a:xfrm>
          <a:prstGeom prst="star5">
            <a:avLst/>
          </a:prstGeom>
          <a:solidFill>
            <a:srgbClr val="3C3B6E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3749040"/>
            <a:ext cx="274320" cy="228600"/>
          </a:xfrm>
          <a:prstGeom prst="star5">
            <a:avLst/>
          </a:prstGeom>
          <a:solidFill>
            <a:srgbClr val="3C3B6E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3749040"/>
            <a:ext cx="274320" cy="228600"/>
          </a:xfrm>
          <a:prstGeom prst="star5">
            <a:avLst/>
          </a:prstGeom>
          <a:solidFill>
            <a:srgbClr val="3C3B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06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November 5, 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选举制度与关键州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474720" cy="3108960"/>
          </a:xfrm>
          <a:prstGeom prst="round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291840" cy="18288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</a:rPr>
              <a:t>选举人团制度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291840" cy="82296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270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选举人票获胜门槛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3333"/>
                </a:solidFill>
              </a:rPr>
              <a:t>全美共 538 张选举人票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</a:rPr>
              <a:t>各州按人口分配选举人票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</a:rPr>
              <a:t>除缅因和内布拉斯加外，胜者全得制度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</a:rPr>
              <a:t>总统候选人需获270票方可当选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</a:rPr>
              <a:t>2024年关键日期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3291840" cy="18288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33333"/>
                </a:solidFill>
              </a:rPr>
              <a:t>7月 - 民主党全国代表大会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</a:rPr>
              <a:t>7月 - 共和党全国代表大会</a:t>
            </a:r>
            <a:endParaRPr lang="en-US" sz="1200" dirty="0"/>
          </a:p>
          <a:p>
            <a:r>
              <a:rPr lang="en-US" sz="1200" dirty="0">
                <a:solidFill>
                  <a:srgbClr val="333333"/>
                </a:solidFill>
              </a:rPr>
              <a:t>9月 - 总统辩论</a:t>
            </a:r>
            <a:endParaRPr lang="en-US" sz="1200" dirty="0"/>
          </a:p>
          <a:p>
            <a:r>
              <a:rPr lang="en-US" sz="1200" b="1" dirty="0">
                <a:solidFill>
                  <a:srgbClr val="B22234"/>
                </a:solidFill>
              </a:rPr>
              <a:t>11月5日 - 投票日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914400"/>
            <a:ext cx="43891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97280"/>
            <a:ext cx="4023360" cy="18288"/>
          </a:xfrm>
          <a:prstGeom prst="rect">
            <a:avLst/>
          </a:prstGeom>
          <a:solidFill>
            <a:srgbClr val="B22234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</a:rPr>
              <a:t>摇摆州地图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1371600"/>
            <a:ext cx="4023360" cy="164592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99999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303520" y="155448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600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228600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3317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73736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783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46304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508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65176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697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011680"/>
            <a:ext cx="548640" cy="320040"/>
          </a:xfrm>
          <a:prstGeom prst="roundRect">
            <a:avLst/>
          </a:prstGeom>
          <a:solidFill>
            <a:srgbClr val="3C3B6E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057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2560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7个关键摇摆州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2743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B6E"/>
                </a:solidFill>
              </a:rPr>
              <a:t>2024摇摆州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89120" y="31089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B22234"/>
                </a:solidFill>
              </a:rPr>
              <a:t>宾夕法尼亚 - 19票</a:t>
            </a:r>
            <a:endParaRPr lang="en-US" sz="1100" dirty="0"/>
          </a:p>
          <a:p>
            <a:r>
              <a:rPr lang="en-US" sz="1100" dirty="0">
                <a:solidFill>
                  <a:srgbClr val="333333"/>
                </a:solidFill>
              </a:rPr>
              <a:t>乔治亚 - 16票</a:t>
            </a:r>
            <a:endParaRPr lang="en-US" sz="1100" dirty="0"/>
          </a:p>
          <a:p>
            <a:r>
              <a:rPr lang="en-US" sz="1100" dirty="0">
                <a:solidFill>
                  <a:srgbClr val="333333"/>
                </a:solidFill>
              </a:rPr>
              <a:t>密歇根 - 15票</a:t>
            </a:r>
            <a:endParaRPr lang="en-US" sz="1100" dirty="0"/>
          </a:p>
          <a:p>
            <a:r>
              <a:rPr lang="en-US" sz="1100" dirty="0">
                <a:solidFill>
                  <a:srgbClr val="333333"/>
                </a:solidFill>
              </a:rPr>
              <a:t>亚利桑那 - 11票</a:t>
            </a:r>
            <a:endParaRPr lang="en-US" sz="1100" dirty="0"/>
          </a:p>
          <a:p>
            <a:r>
              <a:rPr lang="en-US" sz="1100" dirty="0">
                <a:solidFill>
                  <a:srgbClr val="333333"/>
                </a:solidFill>
              </a:rPr>
              <a:t>威斯康星 - 10票</a:t>
            </a:r>
            <a:endParaRPr lang="en-US" sz="1100" dirty="0"/>
          </a:p>
          <a:p>
            <a:r>
              <a:rPr lang="en-US" sz="1100" dirty="0">
                <a:solidFill>
                  <a:srgbClr val="333333"/>
                </a:solidFill>
              </a:rPr>
              <a:t>内华达 - 6票</a:t>
            </a:r>
            <a:endParaRPr lang="en-US" sz="1100" dirty="0"/>
          </a:p>
          <a:p>
            <a:r>
              <a:rPr lang="en-US" sz="1100" dirty="0">
                <a:solidFill>
                  <a:srgbClr val="333333"/>
                </a:solidFill>
              </a:rPr>
              <a:t>北卡罗来纳 - 16票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97680" y="3886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</a:rPr>
              <a:t>* 摇摆州投票结果往往决定最终选举走向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2026-02-14T07:56:42Z</dcterms:created>
  <dcterms:modified xsi:type="dcterms:W3CDTF">2026-02-14T07:56:42Z</dcterms:modified>
</cp:coreProperties>
</file>