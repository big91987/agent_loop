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450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83174" y="182463"/>
            <a:ext cx="337750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美国大选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157091" y="1552724"/>
            <a:ext cx="28862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总统选举与政治格局分析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51970" y="2387650"/>
            <a:ext cx="1440061" cy="1215926"/>
          </a:xfrm>
          <a:prstGeom prst="roundRect">
            <a:avLst>
              <a:gd name="adj" fmla="val 522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32970" y="2819400"/>
            <a:ext cx="6916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2359" y="4432399"/>
            <a:ext cx="8679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民主党的挑战与共和党的策略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28232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选举制度与关键议题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44321" y="338138"/>
            <a:ext cx="6310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33079"/>
            <a:ext cx="4064050" cy="0"/>
          </a:xfrm>
          <a:prstGeom prst="line">
            <a:avLst/>
          </a:prstGeom>
          <a:noFill/>
          <a:ln w="381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1025277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选举人团制度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653629"/>
            <a:ext cx="4064050" cy="142190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538张选举人票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270票获胜门槛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7个摇摆州决定胜负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宾夕法尼亚、密歇根、威斯康星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佐治亚、亚利桑那、内华达、北卡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98950" y="1533079"/>
            <a:ext cx="4064050" cy="0"/>
          </a:xfrm>
          <a:prstGeom prst="line">
            <a:avLst/>
          </a:prstGeom>
          <a:noFill/>
          <a:ln w="381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8950" y="1025277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8950" y="1653629"/>
            <a:ext cx="4064050" cy="142190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经济与通胀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移民政策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堕胎权争议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外交与国家安全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气候变化政策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950" y="3202484"/>
            <a:ext cx="4064050" cy="403027"/>
          </a:xfrm>
          <a:prstGeom prst="rect">
            <a:avLst/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2763" y="3202484"/>
            <a:ext cx="0" cy="403027"/>
          </a:xfrm>
          <a:prstGeom prst="line">
            <a:avLst/>
          </a:prstGeom>
          <a:noFill/>
          <a:ln w="47625">
            <a:solidFill>
              <a:srgbClr val="318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8076" y="3303984"/>
            <a:ext cx="38896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关键摇摆选民群体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3783211"/>
            <a:ext cx="9144000" cy="1339453"/>
          </a:xfrm>
          <a:prstGeom prst="roundRect">
            <a:avLst>
              <a:gd name="adj" fmla="val 474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26070" y="4138613"/>
            <a:ext cx="6225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2.4亿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26070" y="4744938"/>
            <a:ext cx="6225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合格选民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39614" y="4138613"/>
            <a:ext cx="5505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50州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39614" y="4744938"/>
            <a:ext cx="5505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同步投票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78213" y="4138613"/>
            <a:ext cx="9427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11月5日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78213" y="4744938"/>
            <a:ext cx="9427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投票日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2024美国大选</dc:title>
  <dc:subject>PptxGenJS Presentation</dc:subject>
  <dc:creator>OpenCode</dc:creator>
  <cp:lastModifiedBy>OpenCode</cp:lastModifiedBy>
  <cp:revision>1</cp:revision>
  <dcterms:created xsi:type="dcterms:W3CDTF">2026-02-14T09:13:16Z</dcterms:created>
  <dcterms:modified xsi:type="dcterms:W3CDTF">2026-02-14T09:13:16Z</dcterms:modified>
</cp:coreProperties>
</file>