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2024年美国大选概述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选举日期: 2024年11月5日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主要候选人: 卡玛拉·哈里斯 (民主党) vs 唐纳德·特朗普 (共和党)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选举人团制度: 538张选举人票, 270票即可获胜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关键摇摆州: 宾夕法尼亚、密歇根、威斯康星、乔治亚、亚利桑那、内华达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2024年美国大选结果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唐纳德·特朗普获胜, 成为美国第47任总统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选举人票: 特朗普 312票 vs 哈里斯 226票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普选票: 特朗普约49.9% vs 哈里斯约48.3%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政策影响: 经济政策、移民政策、对外关系将面临重大调整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2026-02-14T09:07:32Z</dcterms:created>
  <dcterms:modified xsi:type="dcterms:W3CDTF">2026-02-14T09:07:32Z</dcterms:modified>
</cp:coreProperties>
</file>